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179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/>
            </a:pPr>
            <a:r>
              <a:t>Player Tracking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/>
            </a:pPr>
            <a:r>
              <a:t>Practice Session Workload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t>4,841 yd</a:t>
            </a:r>
          </a:p>
          <a:p>
            <a:pPr>
              <a:defRPr sz="1200"/>
            </a:pPr>
            <a:r>
              <a:t>Total Distance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27432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t>18.7 mph</a:t>
            </a:r>
          </a:p>
          <a:p>
            <a:pPr>
              <a:defRPr sz="1200"/>
            </a:pPr>
            <a:r>
              <a:t>Max Speed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27432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t>112.2 min</a:t>
            </a:r>
          </a:p>
          <a:p>
            <a:pPr>
              <a:defRPr sz="1200"/>
            </a:pPr>
            <a:r>
              <a:t>Duration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7432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t>217 yd</a:t>
            </a:r>
          </a:p>
          <a:p>
            <a:pPr>
              <a:defRPr sz="1200"/>
            </a:pPr>
            <a:r>
              <a:t>HSR Distance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864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/>
            </a:pPr>
            <a:r>
              <a:t>Session Date: 2025-10-09     |     QC Status: PASS     |     10 Hz GPS  |  65,410 samples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t>Session Overview &amp; Data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/>
            </a:pPr>
            <a:r>
              <a:t>DATA QUALITY: EXCELLENT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t>65,410</a:t>
            </a:r>
          </a:p>
          <a:p>
            <a:pPr>
              <a:defRPr sz="1200"/>
            </a:pPr>
            <a:r>
              <a:t>GPS Samples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201168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t>100%</a:t>
            </a:r>
          </a:p>
          <a:p>
            <a:pPr>
              <a:defRPr sz="1200"/>
            </a:pPr>
            <a:r>
              <a:t>Sample 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201168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t>6 gaps</a:t>
            </a:r>
          </a:p>
          <a:p>
            <a:pPr>
              <a:defRPr sz="1200"/>
            </a:pPr>
            <a:r>
              <a:t>Data Gaps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01168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t>0.979</a:t>
            </a:r>
          </a:p>
          <a:p>
            <a:pPr>
              <a:defRPr sz="1200"/>
            </a:pPr>
            <a:r>
              <a:t>GPS Accuracy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How We Measured Performance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/>
            </a:pPr>
            <a:r>
              <a:rPr dirty="0"/>
              <a:t>Speed Zones (mph): Standing (0.0-1.0), Walking (1.0-4.0), Jogging (4.0-8.0), Running (8.0-13.0), High-Speed (13.0-16.0), Sprint (16.0-∞)</a:t>
            </a:r>
            <a:br>
              <a:rPr dirty="0"/>
            </a:br>
            <a:br>
              <a:rPr dirty="0"/>
            </a:br>
            <a:r>
              <a:rPr dirty="0"/>
              <a:t>High-Intensity Thresholds:</a:t>
            </a:r>
            <a:br>
              <a:rPr dirty="0"/>
            </a:br>
            <a:r>
              <a:rPr dirty="0"/>
              <a:t>  • High-Speed Running (HSR): ≥13.0 mph</a:t>
            </a:r>
            <a:br>
              <a:rPr dirty="0"/>
            </a:br>
            <a:r>
              <a:rPr dirty="0"/>
              <a:t>  • Sprint: ≥16.0 mph</a:t>
            </a:r>
            <a:br>
              <a:rPr dirty="0"/>
            </a:br>
            <a:r>
              <a:rPr dirty="0"/>
              <a:t>  • Hard Acceleration: ≥2.0 m/s²</a:t>
            </a:r>
            <a:br>
              <a:rPr dirty="0"/>
            </a:br>
            <a:r>
              <a:rPr dirty="0"/>
              <a:t>  • Hard Deceleration: ≤-2.0 m/s²</a:t>
            </a:r>
            <a:br>
              <a:rPr dirty="0"/>
            </a:br>
            <a:br>
              <a:rPr dirty="0"/>
            </a:br>
            <a:r>
              <a:rPr dirty="0"/>
              <a:t>Event Definition: Sustained effort lasting at least 1 second</a:t>
            </a:r>
            <a:br>
              <a:rPr dirty="0"/>
            </a:br>
            <a:br>
              <a:rPr dirty="0"/>
            </a:br>
            <a:r>
              <a:rPr dirty="0"/>
              <a:t>GPS Accuracy Score: 0.979 (Excellent - data is highly reliable)</a:t>
            </a:r>
            <a:br>
              <a:rPr dirty="0"/>
            </a:br>
            <a:r>
              <a:rPr dirty="0"/>
              <a:t>• This score confirms GPS position tracking matches actual speed measurements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t>Field Coverage &amp; Movement Patterns</a:t>
            </a:r>
          </a:p>
        </p:txBody>
      </p:sp>
      <p:pic>
        <p:nvPicPr>
          <p:cNvPr id="4" name="Picture 3" descr="01_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87918"/>
            <a:ext cx="8595360" cy="4882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/>
            </a:pPr>
            <a:r>
              <a:t>Intensity Over Time: When Did Peak Efforts Occur?</a:t>
            </a:r>
          </a:p>
        </p:txBody>
      </p:sp>
      <p:pic>
        <p:nvPicPr>
          <p:cNvPr id="4" name="Picture 3" descr="02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13233"/>
            <a:ext cx="8074152" cy="478980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03814AE-62B7-BE6F-1575-F9849507F116}"/>
              </a:ext>
            </a:extLst>
          </p:cNvPr>
          <p:cNvSpPr txBox="1"/>
          <p:nvPr/>
        </p:nvSpPr>
        <p:spPr>
          <a:xfrm>
            <a:off x="786384" y="5678424"/>
            <a:ext cx="3291840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 dirty="0"/>
              <a:t>Gray (Rest)</a:t>
            </a:r>
            <a:r>
              <a:rPr lang="en-US" sz="1100" dirty="0"/>
              <a:t>: Standing/walking recovery periods</a:t>
            </a:r>
          </a:p>
          <a:p>
            <a:r>
              <a:rPr lang="en-US" sz="1100" b="1" dirty="0"/>
              <a:t>Light Blue (Low)</a:t>
            </a:r>
            <a:r>
              <a:rPr lang="en-US" sz="1100" dirty="0"/>
              <a:t>: Light jogging/warm-up activity</a:t>
            </a:r>
          </a:p>
          <a:p>
            <a:r>
              <a:rPr lang="en-US" sz="1100" b="1" dirty="0"/>
              <a:t>Medium Blue (Moderate)</a:t>
            </a:r>
            <a:r>
              <a:rPr lang="en-US" sz="1100" dirty="0"/>
              <a:t>: Steady running</a:t>
            </a:r>
          </a:p>
          <a:p>
            <a:r>
              <a:rPr lang="en-US" sz="1100" b="1" dirty="0"/>
              <a:t>Orange (Moderate-High)</a:t>
            </a:r>
            <a:r>
              <a:rPr lang="en-US" sz="1100" dirty="0"/>
              <a:t>: Elevated tempo work</a:t>
            </a:r>
          </a:p>
          <a:p>
            <a:r>
              <a:rPr lang="en-US" sz="1100" b="1" dirty="0"/>
              <a:t>Red (High)</a:t>
            </a:r>
            <a:r>
              <a:rPr lang="en-US" sz="1100" dirty="0"/>
              <a:t>: Sprint work and maximum efforts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59B01A-C0D5-4D25-0F4D-13098297008F}"/>
              </a:ext>
            </a:extLst>
          </p:cNvPr>
          <p:cNvSpPr txBox="1"/>
          <p:nvPr/>
        </p:nvSpPr>
        <p:spPr>
          <a:xfrm>
            <a:off x="4349496" y="5576194"/>
            <a:ext cx="4181856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✓ </a:t>
            </a:r>
            <a:r>
              <a:rPr lang="en-US" sz="1100" b="1" dirty="0"/>
              <a:t>"When did we do high-intensity work?"</a:t>
            </a:r>
            <a:r>
              <a:rPr lang="en-US" sz="1100" dirty="0"/>
              <a:t> - Red/orange segments show sprint drills</a:t>
            </a:r>
            <a:br>
              <a:rPr lang="en-US" sz="1100" dirty="0"/>
            </a:br>
            <a:r>
              <a:rPr lang="en-US" sz="1100" dirty="0"/>
              <a:t>✓ </a:t>
            </a:r>
            <a:r>
              <a:rPr lang="en-US" sz="1100" b="1" dirty="0"/>
              <a:t>"Was recovery adequate?"</a:t>
            </a:r>
            <a:r>
              <a:rPr lang="en-US" sz="1100" dirty="0"/>
              <a:t> - Gray segments between hard efforts show rest periods</a:t>
            </a:r>
            <a:br>
              <a:rPr lang="en-US" sz="1100" dirty="0"/>
            </a:br>
            <a:r>
              <a:rPr lang="en-US" sz="1100" dirty="0"/>
              <a:t>✓ </a:t>
            </a:r>
            <a:r>
              <a:rPr lang="en-US" sz="1100" b="1" dirty="0"/>
              <a:t>"How was the session structured?"</a:t>
            </a:r>
            <a:r>
              <a:rPr lang="en-US" sz="1100" dirty="0"/>
              <a:t> - You can see the drill-by-drill flow</a:t>
            </a:r>
            <a:br>
              <a:rPr lang="en-US" sz="1100" dirty="0"/>
            </a:br>
            <a:r>
              <a:rPr lang="en-US" sz="1100" dirty="0"/>
              <a:t>✓ </a:t>
            </a:r>
            <a:r>
              <a:rPr lang="en-US" sz="1100" b="1" dirty="0"/>
              <a:t>"Did intensity drop late in practice?"</a:t>
            </a:r>
            <a:r>
              <a:rPr lang="en-US" sz="1100" dirty="0"/>
              <a:t> - Compare colors early vs. late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t>Peak Performance Demands</a:t>
            </a:r>
          </a:p>
        </p:txBody>
      </p:sp>
      <p:pic>
        <p:nvPicPr>
          <p:cNvPr id="4" name="Picture 3" descr="03_pea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433814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1030236"/>
              </p:ext>
            </p:extLst>
          </p:nvPr>
        </p:nvGraphicFramePr>
        <p:xfrm>
          <a:off x="5230368" y="5165334"/>
          <a:ext cx="3118104" cy="1615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90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90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5987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Effort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Count / Value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987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High-Speed Runs (≥13 mph)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 efforts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987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dirty="0"/>
                        <a:t>Sprints (≥16 mph)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 efforts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5987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dirty="0"/>
                        <a:t>Hard Accelerations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11 efforts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5987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dirty="0"/>
                        <a:t>Hard Decelerations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 efforts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5987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dirty="0"/>
                        <a:t>Max Acceleration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4.93 m/s²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598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Max Deceleration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dirty="0"/>
                        <a:t>-5.12 m/s²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/>
            </a:pPr>
            <a:r>
              <a:t>First Half vs Second Half: Measuring Fatigue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/>
            </a:pPr>
            <a:r>
              <a:t>Detected 21 session phases:</a:t>
            </a:r>
            <a:br/>
            <a:r>
              <a:t>  Rest: 11 phases</a:t>
            </a:r>
            <a:br/>
            <a:r>
              <a:t>  Low: 1 phases</a:t>
            </a:r>
            <a:br/>
            <a:r>
              <a:t>  Moderate: 2 phases</a:t>
            </a:r>
            <a:br/>
            <a:r>
              <a:t>  Moderate-High: 4 phases</a:t>
            </a:r>
            <a:br/>
            <a:r>
              <a:t>  High: 3 phases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389120" y="1097280"/>
          <a:ext cx="42976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95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95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95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95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95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528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Intensity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Time (min)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Distance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Max Speed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4.1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113.2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3.0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181.8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4.2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314.5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8.8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9.1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3291840"/>
          <a:ext cx="8229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30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30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30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30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304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3304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330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3304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3304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3304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3304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3304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33048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Time (min)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Distance (yd)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Rate (yd/min)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Avg 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Max 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HSR Dist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Sprint Dist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HSR 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Sprint 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Accel 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Decel 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Change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Early Half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2335.0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Late Half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2504.8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44.6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+7.3%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303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/>
            </a:pPr>
            <a:r>
              <a:t>Second half output was 7.3% HIGHER - excellent conditioning!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t>Key Takeaways &amp;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786384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/>
            </a:pPr>
            <a:r>
              <a:rPr dirty="0"/>
              <a:t>Data Quality: EXCELLENT</a:t>
            </a:r>
            <a:br>
              <a:rPr dirty="0"/>
            </a:br>
            <a:r>
              <a:rPr dirty="0"/>
              <a:t>GPS Accuracy: 0.979 (Highly reliable tracking - position and speed data match)</a:t>
            </a:r>
            <a:br>
              <a:rPr dirty="0"/>
            </a:br>
            <a:br>
              <a:rPr dirty="0"/>
            </a:br>
            <a:r>
              <a:rPr dirty="0"/>
              <a:t>Session Summary:</a:t>
            </a:r>
            <a:br>
              <a:rPr dirty="0"/>
            </a:br>
            <a:r>
              <a:rPr dirty="0"/>
              <a:t>• Total Distance: 4840 yards over 112.2 minutes</a:t>
            </a:r>
            <a:br>
              <a:rPr dirty="0"/>
            </a:br>
            <a:r>
              <a:rPr dirty="0"/>
              <a:t>• Max Speed: 18.7 mph (skill position profile)</a:t>
            </a:r>
            <a:br>
              <a:rPr dirty="0"/>
            </a:br>
            <a:r>
              <a:rPr dirty="0"/>
              <a:t>• HSR Distance: 217 yd (6 events ≥1s)</a:t>
            </a:r>
            <a:br>
              <a:rPr dirty="0"/>
            </a:br>
            <a:r>
              <a:rPr dirty="0"/>
              <a:t>• Sprint Distance: 84 yd (4 events ≥1s)</a:t>
            </a:r>
            <a:br>
              <a:rPr dirty="0"/>
            </a:br>
            <a:br>
              <a:rPr dirty="0"/>
            </a:br>
            <a:r>
              <a:rPr dirty="0"/>
              <a:t>Phase Structure:</a:t>
            </a:r>
            <a:br>
              <a:rPr dirty="0"/>
            </a:br>
            <a:r>
              <a:rPr dirty="0"/>
              <a:t>• 21 distinct phases identified</a:t>
            </a:r>
            <a:br>
              <a:rPr dirty="0"/>
            </a:br>
            <a:r>
              <a:rPr dirty="0"/>
              <a:t>• High-intensity work clustered in specific drill blocks</a:t>
            </a:r>
            <a:br>
              <a:rPr dirty="0"/>
            </a:br>
            <a:r>
              <a:rPr dirty="0"/>
              <a:t>• Late-session output: +7.3% vs early half</a:t>
            </a:r>
            <a:br>
              <a:rPr dirty="0"/>
            </a:br>
            <a:br>
              <a:rPr dirty="0"/>
            </a:br>
            <a:r>
              <a:rPr dirty="0"/>
              <a:t>Peak Demands (defines conditioning targets):</a:t>
            </a:r>
            <a:br>
              <a:rPr dirty="0"/>
            </a:br>
            <a:r>
              <a:rPr dirty="0"/>
              <a:t>• Best 15s: 74.4 yd (298 yd/min)</a:t>
            </a:r>
            <a:br>
              <a:rPr dirty="0"/>
            </a:br>
            <a:r>
              <a:rPr dirty="0"/>
              <a:t>• Best 30s: 98.8 yd (198 yd/min)</a:t>
            </a:r>
            <a:br>
              <a:rPr dirty="0"/>
            </a:br>
            <a:r>
              <a:rPr dirty="0"/>
              <a:t>• Best 1min: 135.1 yd (135 yd/min)</a:t>
            </a:r>
            <a:br>
              <a:rPr dirty="0"/>
            </a:br>
            <a:r>
              <a:rPr dirty="0"/>
              <a:t>• Best 2min: 221.1 yd (111 yd/min)</a:t>
            </a:r>
            <a:br>
              <a:rPr dirty="0"/>
            </a:br>
            <a:r>
              <a:rPr dirty="0"/>
              <a:t>• Best 5min: 432.4 yd (86 yd/min)</a:t>
            </a:r>
            <a:br>
              <a:rPr dirty="0"/>
            </a:br>
            <a:br>
              <a:rPr dirty="0"/>
            </a:br>
            <a:r>
              <a:rPr dirty="0"/>
              <a:t>Recommendations:</a:t>
            </a:r>
            <a:br>
              <a:rPr dirty="0"/>
            </a:br>
            <a:r>
              <a:rPr dirty="0"/>
              <a:t>&gt; Use peak window values to anchor position-specific conditioning drills</a:t>
            </a:r>
            <a:br>
              <a:rPr dirty="0"/>
            </a:br>
            <a:r>
              <a:rPr dirty="0"/>
              <a:t>&gt; Monitor early vs late drift as a readiness signal across sessions</a:t>
            </a:r>
            <a:br>
              <a:rPr dirty="0"/>
            </a:br>
            <a:r>
              <a:rPr dirty="0"/>
              <a:t>&gt; Target HSR exposure in specific drill phases (not distributed evenly)</a:t>
            </a:r>
            <a:br>
              <a:rPr dirty="0"/>
            </a:br>
            <a:r>
              <a:rPr dirty="0"/>
              <a:t>&gt; Validate movement patterns against position/role expectations</a:t>
            </a:r>
            <a:br>
              <a:rPr/>
            </a:b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735</Words>
  <Application>Microsoft Office PowerPoint</Application>
  <PresentationFormat>On-screen Show (4:3)</PresentationFormat>
  <Paragraphs>120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geoff hadfield</cp:lastModifiedBy>
  <cp:revision>2</cp:revision>
  <dcterms:created xsi:type="dcterms:W3CDTF">2013-01-27T09:14:16Z</dcterms:created>
  <dcterms:modified xsi:type="dcterms:W3CDTF">2026-02-12T11:07:55Z</dcterms:modified>
  <cp:category/>
</cp:coreProperties>
</file>