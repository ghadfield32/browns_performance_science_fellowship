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 Tracking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Session Workload Report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74520" cy="1005840"/>
          </a:xfrm>
          <a:prstGeom prst="rect">
            <a:avLst/>
          </a:prstGeom>
          <a:solidFill>
            <a:srgbClr val="24365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4,841 yd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103120"/>
            <a:ext cx="1874520" cy="1005840"/>
          </a:xfrm>
          <a:prstGeom prst="rect">
            <a:avLst/>
          </a:prstGeom>
          <a:solidFill>
            <a:srgbClr val="24365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210312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18.7 mph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874520" cy="1005840"/>
          </a:xfrm>
          <a:prstGeom prst="rect">
            <a:avLst/>
          </a:prstGeom>
          <a:solidFill>
            <a:srgbClr val="24365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0312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112.2 min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2103120"/>
            <a:ext cx="1874520" cy="1005840"/>
          </a:xfrm>
          <a:prstGeom prst="rect">
            <a:avLst/>
          </a:prstGeom>
          <a:solidFill>
            <a:srgbClr val="24365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210312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240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217 yd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2697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 Distance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Date: 2025-10-09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    |     </a:t>
            </a:r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Status: WARN</a:t>
            </a:r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    |    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GPS  |  65,410 samples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Overview &amp; Data Quality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"/>
            <a:ext cx="1188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3474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WARN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74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65,410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Samples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874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78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874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78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gaps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005840"/>
            <a:ext cx="1874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0789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Speed-XY Corr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011680"/>
            <a:ext cx="54864" cy="2194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Definitions &amp; Methodology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24688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Bands: Standing &lt;1, Walking 1-4, Jogging 4-8,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Running 8-13, HSR 13-16, Sprint ≥16 mph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speed × dt (vendor dis rejected, -74% error)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Threshold: ≥2.0 m/s² sustained ≥1s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Conversions: yd/s × 2.04545 = mph,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yd/s² × 0.9144 = m/s²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24688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Segmentation: 2-min bins, merge adjacent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same-intensity → 29 phases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Windows: rolling max over 15s, 30s, 1m, 2m, 5m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vs Late: session split at midpoint (56.1 min)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WARN: speed-XY corr 0.809 &lt; 0.85 threshold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Gaps: 6 gaps, max 80.3s (continuity ok)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Where: Spatial Usage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590" y="914400"/>
            <a:ext cx="527682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434340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343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position pattern (WR/DB): 102 × 144 yd coverage with two primary station zones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When: Intensity Timeline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541" y="868680"/>
            <a:ext cx="4964918" cy="24688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828800"/>
                <a:gridCol w="1645920"/>
                <a:gridCol w="2011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(yd)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Intensity (yd/min)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Speed (mph)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(min)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108.8–109.0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58.9–59.4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58.2–59.2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57.3–59.3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55.8–60.8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What: Peak Demands &amp; Speed Zones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876" y="914400"/>
            <a:ext cx="6838249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402336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069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1-min intensity: 135.1 yd/min → drill pacing target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dominates (52.1%), HSR + Sprint combined 4.4% of total distance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&amp; Early vs Late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783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 Events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783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23160" y="100584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0058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63240" y="1005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Events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1783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288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28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18288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Events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1828800"/>
            <a:ext cx="1783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828800"/>
            <a:ext cx="54864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828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063240" y="18288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 Events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005840"/>
          <a:ext cx="4480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(yd)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+171 (+7.3%)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(yd/min)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Speed (mph)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HSR Dist (yd)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83464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fatigue drop-off detected. Late-half HSR doubled (+73 yd). Validate against RPE / subjective load.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Structure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merged phases (2-min bins, intensity-based merging): 7 Rest, 13 Low, 6 Moderate. Practice well-distributed with work-rest cycling throughout.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097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Signature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 mph max, 102 × 144 yd coverage → consistent with skill position (WR/DB)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47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1214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phases with well-distributed work-rest cycling, no sustained fatigue pattern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968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Demands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712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1-min intensity 135.1 yd/min — use as drill pacing anchor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3467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Late-Session Intensity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6210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+7.3% distance, +73 yd HSR in second half — validate with RPE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0965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708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WARN (speed-XY corr 0.809). Vendor distance rejected (-74% error). Speed-integrated distance used.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10 Hz GPS data  |  Session 2025-10-09  |  Speed-integrated distance methodology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Player Tracking Analysis</dc:title>
  <dc:subject>PptxGenJS Presentation</dc:subject>
  <dc:creator>Geoff</dc:creator>
  <cp:lastModifiedBy>Geoff</cp:lastModifiedBy>
  <cp:revision>1</cp:revision>
  <dcterms:created xsi:type="dcterms:W3CDTF">2026-02-11T20:49:57Z</dcterms:created>
  <dcterms:modified xsi:type="dcterms:W3CDTF">2026-02-11T20:49:57Z</dcterms:modified>
</cp:coreProperties>
</file>