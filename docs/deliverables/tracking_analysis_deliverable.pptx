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Player Tracking Analysis: Practice Session Workload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Session Date: 2025-10-09</a:t>
            </a:r>
          </a:p>
          <a:p>
            <a:r>
              <a:t>Duration: 112.2 minutes</a:t>
            </a:r>
          </a:p>
          <a:p>
            <a:r>
              <a:t>QC Status: QC WARN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Session Snapshot +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Session Snapshot</a:t>
            </a:r>
            <a:br/>
            <a:r>
              <a:t>- Duration: 112.2 min</a:t>
            </a:r>
            <a:br/>
            <a:r>
              <a:t>- Total distance: 4,841 yd</a:t>
            </a:r>
            <a:br/>
            <a:r>
              <a:t>- Mean speed: 1.51 mph</a:t>
            </a:r>
            <a:br/>
            <a:r>
              <a:t>- Peak speed: 18.71 mph</a:t>
            </a:r>
            <a:br/>
            <a:r>
              <a:t>- Peak accel/decel: 4.93 / -5.12 m/s^2</a:t>
            </a:r>
            <a:br/>
            <a:r>
              <a:t>- HSR threshold for this report: 13.0 mph</a:t>
            </a:r>
            <a:br/>
            <a:r>
              <a:t>- Sampling gaps (&gt;0.15 s): 6</a:t>
            </a:r>
            <a:br/>
            <a:r>
              <a:t>- HSR/Sprint events (&gt;=1s): 6 / 4</a:t>
            </a:r>
            <a:br/>
            <a:r>
              <a:t>- Accel/Decel events: 20 / 4</a:t>
            </a:r>
            <a:b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0" y="1097280"/>
          <a:ext cx="3657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gate_key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Notes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cadence_on_target_pct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Cadence on target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100.0% on-target cadence; gaps above 0.15s: 6 samples.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max_gap_s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Max time gap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Max dt observed 80.30s (gate limit for pass 0.50s).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improbable_jump_pct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Improbable position jump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 of 65410 samples imply XY speed &gt; 14.0 yd/s.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speed_alignment_corr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Provided vs derived speed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Pearson correlation on 65410 aligned samples.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Key Takeaways:</a:t>
            </a:r>
            <a:br/>
            <a:r>
              <a:t>Data QA Summary</a:t>
            </a:r>
            <a:br/>
            <a:r>
              <a:t>- QC: QC WARN; Overall status: WARN.</a:t>
            </a:r>
            <a:br/>
            <a:r>
              <a:t>- 100.0% samples at 0.1s cadence.</a:t>
            </a:r>
            <a:br/>
            <a:r>
              <a:t>- Max gap: 80.30s; gaps flagged above 0.15s.</a:t>
            </a:r>
            <a:br/>
            <a:r>
              <a:t>- Inactive samples (&lt;= 0.5 mph): 43.1%.</a:t>
            </a:r>
            <a:br/>
            <a:r>
              <a:t>- Position outliers (0.01-0.99 quantiles): 4.01%.</a:t>
            </a:r>
            <a:br/>
            <a:r>
              <a:t>- Speed-vs-XY sanity: corr 0.904, outliers 0.07%.</a:t>
            </a:r>
            <a:br/>
            <a:r>
              <a:t>- Outlier threshold: 0.62 yd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Where: Spatial Usage and Peak Windows</a:t>
            </a:r>
          </a:p>
        </p:txBody>
      </p:sp>
      <p:pic>
        <p:nvPicPr>
          <p:cNvPr id="4" name="Picture 3" descr="coach_slide_movemen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109860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Peak demand windows show concentrated high-intensity zones on field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When: Intensity Timeline</a:t>
            </a:r>
          </a:p>
        </p:txBody>
      </p:sp>
      <p:pic>
        <p:nvPicPr>
          <p:cNvPr id="4" name="Picture 3" descr="coach_slide_intensity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38778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50292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34290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Window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Start (UTC)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End (UTC)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Peak intensity (yd/min)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Distance in window (yd)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Dominant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HSR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Accel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Decel events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19:18:54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19:19:24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197.70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98.80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Phase 03: Conditioning Push (Moderate)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19:07:13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19:07:43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175.60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87.80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Phase 03: Conditioning Push (Moderate)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19:41:57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19:42:27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174.40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87.20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Phase 03: Conditioning Push (Moderate)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What: Peak Demands</a:t>
            </a:r>
          </a:p>
        </p:txBody>
      </p:sp>
      <p:pic>
        <p:nvPicPr>
          <p:cNvPr id="4" name="Picture 3" descr="coach_slide_peak_demand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25784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1148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731520"/>
                <a:gridCol w="731520"/>
                <a:gridCol w="731520"/>
                <a:gridCol w="7315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Peak intensity (yd/min)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Best distance (yd)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Start (UTC)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End (UTC)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197.70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98.80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19:18:54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19:19:24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135.10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135.10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19:18:09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19:19:09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105.80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317.30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19:16:25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19:19:25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86.50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432.40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19:15:50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19:20:50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0" y="41148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91440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HSR events (&gt;=1s)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Sprint events (&gt;=1s)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Accel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Decel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HSR distance (yd)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Sprint distance (yd)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216.70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84.40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Speed Zone Breakdown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37160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Distance (yd)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Distance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Time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Mean speed (mph)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Walk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2486.10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51.40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5879.50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87.30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Cruise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1696.80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741.40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4.68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441.10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82.90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10.88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132.20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14.09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Sprint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84.40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17.27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Key Insights:</a:t>
            </a:r>
            <a:br/>
            <a:r>
              <a:t>Speed Zone Takeaways</a:t>
            </a:r>
            <a:br/>
            <a:r>
              <a:t>- Largest distance accumulation: Walk (51.4% of total distance).</a:t>
            </a:r>
            <a:br/>
            <a:r>
              <a:t>- HSR exposure classification for this session: Low.</a:t>
            </a:r>
            <a:br/>
            <a:r>
              <a:t>- Action: increase high-speed drill density only in phases already showing stable quality gates.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Session Structure: Phases + Early vs Late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  <a:gridCol w="748150"/>
              </a:tblGrid>
              <a:tr h="30480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Phase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Intensity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Duration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Distance (yd)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HSR distance (yd)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Accel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Decel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Mean speed (mph)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Peak speed (mph)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Peak 60s distance (yd)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Phase 03: Conditioning Push (Moderate)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Conditioning 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3089.60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135.10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Phase 05: Technical / Install (Low)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Technical / Install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518.20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127.70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Phase 01: Warm-up (Low)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Warm-up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389.40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64.20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Phase 07: Conditioning Push (High)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Conditioning 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365.90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78.30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114.20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Phase 02: Technical / Install (Low)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Technical / Install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277.60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123.50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32004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Duration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Distance (yd)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Distance vs early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Mean speed (mph)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Peak speed (mph)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HSR distance (yd)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Sprint distance (yd)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HSR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Sprint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Accel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Decel events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Early Half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56.11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2,335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72.20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Late Half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56.11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2505.80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144.50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72.20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Phases: Session Phase Takeaways</a:t>
            </a:r>
            <a:br/>
            <a:r>
              <a:t>- Session merged into 8 coach-readable phases.</a:t>
            </a:r>
            <a:br/>
            <a:r>
              <a:t>- Highest-volume phase: Phase 03: Conditioning Push (Moderate) (3089.6 yd acros</a:t>
            </a:r>
            <a:br/>
            <a:br/>
            <a:r>
              <a:t>Early vs Late: Early vs Late Takeaways</a:t>
            </a:r>
            <a:br/>
            <a:r>
              <a:t>- Late-half distance vs early-half: +7.3%.</a:t>
            </a:r>
            <a:br/>
            <a:r>
              <a:t>- Late-half HSR/Sprint events: 4 / 3.</a:t>
            </a:r>
            <a:br/>
            <a:r>
              <a:t>- Late-half accel/decel events: 6 / 1.</a:t>
            </a:r>
            <a:br/>
            <a:r>
              <a:t>- Acti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Key Takeaways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QC Status: QC WARN</a:t>
            </a:r>
            <a:br/>
            <a:r>
              <a:t>Session Duration: 112.2 minutes</a:t>
            </a:r>
            <a:br/>
            <a:r>
              <a:t>Total Distance: 4841 yards</a:t>
            </a:r>
            <a:br/>
            <a:r>
              <a:t>Peak Speed: 18.7 mph</a:t>
            </a:r>
            <a:br/>
            <a:br/>
            <a:r>
              <a:t>Key Findings:</a:t>
            </a:r>
            <a:br/>
            <a:r>
              <a:t>• High-intensity work clustered in specific drill blocks</a:t>
            </a:r>
            <a:br/>
            <a:r>
              <a:t>• Peak 1-minute window defines worst-case conditioning target</a:t>
            </a:r>
            <a:br/>
            <a:r>
              <a:t>• Late-session output maintained relative to early half</a:t>
            </a:r>
            <a:br/>
            <a:r>
              <a:t>• Spatial usage consistent with position-specific demands</a:t>
            </a:r>
            <a:br/>
            <a:br/>
            <a:r>
              <a:t>Recommendations:</a:t>
            </a:r>
            <a:br/>
            <a:r>
              <a:t>• Use peak window values to anchor conditioning drills</a:t>
            </a:r>
            <a:br/>
            <a:r>
              <a:t>• Monitor early vs late drift as readiness signal</a:t>
            </a:r>
            <a:br/>
            <a:r>
              <a:t>• Target HSR exposure in specific drill phases</a:t>
            </a:r>
            <a:br/>
            <a:r>
              <a:t>• Validate movement patterns against position role</a:t>
            </a:r>
            <a:br/>
            <a:br/>
            <a:r>
              <a:t>Generated with Claude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